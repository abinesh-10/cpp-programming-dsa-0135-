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quick context: this is our DSA0135 project — a Student Management System in C++ that demonstrates the major OOP paradigms. Submitted to Dr. Smitha and Dr. Sarasu.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and the solution at a high level — what an SMS does, and why OOP is the right toolkit.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 /  DSA0135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C++ application demonstrating advanced Object-Oriented Programming concepts.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36576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5079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Oriented Programming For C++ in Real Time Applications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89320" y="4206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89320" y="45079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Smitha  ·  Dr. Sarasu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440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7424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Abinesh M  (192465050)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Vignesh P  (192424040)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89320" y="5440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57424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Science &amp; Engineering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Saveetha School of Engineering (SIMATS)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DSA0135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Student Management System?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application that maintains student records with complete CRUD support — Create, Read, Update, and Delete — built around clean object-oriented design and dynamic memory management.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6324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search, update, and remove records dynamically.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10712" y="278892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9312" y="306324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39312" y="3749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Foundations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39312" y="4206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Inheritance, polymorphism, encapsulation, abstraction.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2784" y="278892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1384" y="306324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01384" y="3749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C++ (C++17+)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01384" y="4206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memory model with new / delete and virtual destructors.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34856" y="278892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3063240"/>
            <a:ext cx="566928" cy="56692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63456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63456" y="3749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Safety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63456" y="4206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Type-checked attributes prevent invalid data entry at compile time.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DSA0135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the Existing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paper registers fall apart at scale. Six issues consistently show up: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53288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Redundancy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8346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student detail duplicated across multiple sheets; updates drift out of sync.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33172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253288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Type Safety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0288" y="28346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accepts anything — alphabetic GPA, negative roll number, malformed email.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33172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0768" y="253288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Search Performance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0768" y="28346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Ctrl+F and scrolling do not scale. There is no indexed lookup.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93192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867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Modularity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2336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logic live together in one file. No clean entity/operation separation.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3730752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0288" y="393192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867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Extensibility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90288" y="42336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Faculty or Course entity means cloning the entire sheet structure.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0" y="3730752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30768" y="393192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3867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Issues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30768" y="42336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editing of a shared sheet routinely loses updates and breaks formulae.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DSA0135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Disciplined OOP Design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domain as first-class C++ objects with strict types, private state, and a well-defined public interface — every limitation of the existing system has a direct OOP answer.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587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typing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25877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attribute has an explicit type — invalid entries are rejected at compile time.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32735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private; controlled access through getters and setters.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959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9593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Person base class — future Faculty/Staff inherit without duplication.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645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46451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virtual display() handles every derived class through base-class pointers.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330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overloading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83280" y="53309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reads naturally: if (*student == rollNo) — closer to spoken language than calls.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603504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035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6016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memory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383280" y="60167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live on the heap with new and are released with delete — concrete RAII practice.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DSA0135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Hierarchy &amp; Module Responsibilities</a:t>
            </a:r>
            <a:endParaRPr lang="en-US" sz="3400" dirty="0"/>
          </a:p>
        </p:txBody>
      </p:sp>
      <p:pic>
        <p:nvPicPr>
          <p:cNvPr id="6" name="Image 0" descr="/home/claude/smsproject/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91640"/>
            <a:ext cx="54864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layered modules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355080" y="22402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37960" y="2624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Abstraction Layer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37960" y="28986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id and name. Exposes virtual display() and a virtual destructor so any future entity (Faculty, Staff) inherits cleanly.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36118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37960" y="39959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/ Concrete Entity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37960" y="4270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gpa and email. Overrides display(), and overloads == (search by roll) and &gt; (compare GPA).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55080" y="49834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 (main)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37960" y="5367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7960" y="56418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vector&lt;Student*&gt;. Runs all CRUD operations: Create (new), Read (display/search), Update (setGpa), Delete (delete).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DSA0135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IMPLEMENTATION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 — Class Definitions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874520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8745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student_mgmt.cpp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6858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CLASS — Person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Person(int i, string n) : id(i), name(n) {}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void display() const;   // polymorphism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~Person() {}            // safe cleanup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DERIVED CLASS — Student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: public Person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gpa;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email;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display() const override;       // override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operator==(int rollNo) const;   // search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operator&gt;(const Student&amp;) const;// compare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90195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148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+ protected + public access modifiers.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299923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: public Person — re-uses base members.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409651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4343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display() + override = runtime dispatch.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519379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5120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Overload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5440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for search, &gt; for GPA comparison.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DSA0135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IMPLEMENTATION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Driver — main()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7315200" cy="45720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874520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8745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student_mgmt.cpp  —  int main()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6858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vector&lt;Student*&gt; students;          // heap-backed store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— dynamic allocation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students.push_back(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Student(1, "Abinesh M", 9.20, "abx@iiitm.ac.in"));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— polymorphism through virtual dispatch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(Student* s : students)  s-&gt;display();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— search via operator== overload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(Student* s : students)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(*s == 1) { s-&gt;display(); break; 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 — controlled mutation through setter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(Student* s : students) if (*s == 2) s-&gt;setGpa(9.10f);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— destructor logs cleanup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(Student* s : students) delete s;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32520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213055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Student(...) on heap, pushed to vector.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32520" y="2907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32520" y="32278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&amp; search by Roll No via operator==.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244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32520" y="4005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32520" y="43251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setGpa() — only public setters can mutate state.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92440" y="5120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732520" y="5102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32520" y="542239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 frees memory; virtual destructor logs 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DSA0135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EXECUTION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compiled with g++ -std=c++17 and run on a Linux terminal.</a:t>
            </a:r>
            <a:endParaRPr lang="en-US" sz="1300" dirty="0"/>
          </a:p>
        </p:txBody>
      </p:sp>
      <p:pic>
        <p:nvPicPr>
          <p:cNvPr id="7" name="Image 0" descr="/home/claude/smsproject/screenshot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94560"/>
            <a:ext cx="5486400" cy="3017520"/>
          </a:xfrm>
          <a:prstGeom prst="rect">
            <a:avLst/>
          </a:prstGeom>
        </p:spPr>
      </p:pic>
      <p:pic>
        <p:nvPicPr>
          <p:cNvPr id="8" name="Image 1" descr="/home/claude/smsproject/screenshot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2194560"/>
            <a:ext cx="5486400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303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 &amp; Display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5623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records created on the heap; display() called via virtual dispatch.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263640" y="5303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· Update · Topper · Cleanup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63640" y="5623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operator== finds Roll 1; operator&gt; finds the topper; destructors log each free.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DSA0135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VALIDATION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&amp; Results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772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#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25880" y="1783080"/>
            <a:ext cx="35204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783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783080"/>
            <a:ext cx="31089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27889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783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744200" y="1783080"/>
            <a:ext cx="77724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44200" y="1783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777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945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25880" y="2194560"/>
            <a:ext cx="3520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1945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student record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Student(1, "Abinesh M", 9.20)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0" y="2194560"/>
            <a:ext cx="2788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2194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on heap; added to vector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744200" y="2194560"/>
            <a:ext cx="777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35640" y="21945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2606040"/>
            <a:ext cx="7772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606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325880" y="2606040"/>
            <a:ext cx="35204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2606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(polymorphism)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2606040"/>
            <a:ext cx="31089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s-&gt;display()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55280" y="2606040"/>
            <a:ext cx="27889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via virtual dispatch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744200" y="2606040"/>
            <a:ext cx="7772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35640" y="26060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017520"/>
            <a:ext cx="777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0175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325880" y="3017520"/>
            <a:ext cx="3520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17320" y="30175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roll (operator==)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3017520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 == 1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55280" y="3017520"/>
            <a:ext cx="2788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Roll 1 record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744200" y="3017520"/>
            <a:ext cx="777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835640" y="30175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3429000"/>
            <a:ext cx="7772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429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325880" y="3429000"/>
            <a:ext cx="35204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17320" y="3429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GPA via setter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846320" y="3429000"/>
            <a:ext cx="31089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2 → setGpa(9.10)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955280" y="3429000"/>
            <a:ext cx="27889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GPA: 8.85 → 9.10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10744200" y="3429000"/>
            <a:ext cx="7772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835640" y="3429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48640" y="3840480"/>
            <a:ext cx="777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3840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1325880" y="3840480"/>
            <a:ext cx="3520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17320" y="3840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topper (operator&gt;)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846320" y="3840480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*s &gt; *top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955280" y="3840480"/>
            <a:ext cx="2788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46720" y="3840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S, GPA 9.45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10744200" y="3840480"/>
            <a:ext cx="777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835640" y="3840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48640" y="4251960"/>
            <a:ext cx="7772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42519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1325880" y="4251960"/>
            <a:ext cx="35204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417320" y="4251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enforcement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846320" y="4251960"/>
            <a:ext cx="31089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0" y="4251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private access from main()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955280" y="4251960"/>
            <a:ext cx="27889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46720" y="4251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 (denied)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10744200" y="4251960"/>
            <a:ext cx="7772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835640" y="42519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4663440"/>
            <a:ext cx="777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46634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1325880" y="4663440"/>
            <a:ext cx="3520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17320" y="4663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(virtual destructor)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4846320" y="4663440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37760" y="4663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s for every pointer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7955280" y="4663440"/>
            <a:ext cx="2788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46720" y="4663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 log for each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10744200" y="4663440"/>
            <a:ext cx="777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835640" y="46634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48640" y="5074920"/>
            <a:ext cx="7772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" y="50749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TC-08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1325880" y="5074920"/>
            <a:ext cx="35204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417320" y="5074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check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4846320" y="5074920"/>
            <a:ext cx="31089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37760" y="5074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valgrind --leak-check=full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7955280" y="5074920"/>
            <a:ext cx="27889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46720" y="5074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 lost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10744200" y="5074920"/>
            <a:ext cx="7772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835640" y="50749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DSA0135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HIGHLIGHTS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Outcomes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46888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Pillars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468880" y="26517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Inheritance, polymorphism, encapsulation, abstraction, operator overloading, virtual destructors — all exercised in one cohesive program.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1031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822960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0" y="26517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— each mapped one-to-one with an explicit OOP construct in the codebase.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4348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2468880" y="4526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Leaks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468880" y="49834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Valgrind — every new is matched by delete; virtual destructor guarantees safe cleanup of derived objects.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20624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44348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8229600" y="4526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Passed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0" y="49834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record creation to memory cleanup — every scenario produced the expected output without exception.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7432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Management System demonstrates every core OOP concept in DSA0135 within a single coherent C++ application. Its clean Person → Student hierarchy makes future extension to Faculty or Staff entities a one-class addition rather than a rewrite — satisfying the Open–Closed Principle.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1933956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29200"/>
            <a:ext cx="19339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file I/O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11196" y="5029200"/>
            <a:ext cx="162306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1196" y="5029200"/>
            <a:ext cx="1623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CLI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71416" y="502920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1416" y="502920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64808" y="502920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502920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5029200"/>
            <a:ext cx="2322576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502920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/ Staff entities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Abinesh M  (192465050)   ·   Vignesh P  (192424040)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 Dr. Smitha  &amp;  Dr. Sarasu   ·   DSA0135 — OOP for C++ in Real Time Applications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 – DSA0135</dc:title>
  <dc:subject>PptxGenJS Presentation</dc:subject>
  <dc:creator>Abinesh M &amp; Vignesh P</dc:creator>
  <cp:lastModifiedBy>Abinesh M &amp; Vignesh P</cp:lastModifiedBy>
  <cp:revision>1</cp:revision>
  <dcterms:created xsi:type="dcterms:W3CDTF">2026-06-17T07:29:36Z</dcterms:created>
  <dcterms:modified xsi:type="dcterms:W3CDTF">2026-06-17T07:29:36Z</dcterms:modified>
</cp:coreProperties>
</file>